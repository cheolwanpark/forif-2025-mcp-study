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286000"/>
            <a:ext cx="1828800" cy="182880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2743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0" y="5029200"/>
            <a:ext cx="1280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연결되는 AI와 실세계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2743200" y="6217920"/>
            <a:ext cx="1280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10가지 MCP 서버 사용 사례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0" y="7132320"/>
            <a:ext cx="6400800" cy="73152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0" y="71323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스터디 - 실전 활용 가이드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0" y="8686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한양대학교 컴퓨터소프트웨어학부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연결되는 AI와 실세계: 10가지 MCP 서버 사용 사례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682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우리가 알고 있는 것, 아직 모르는 것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8229600" cy="228600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0175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194560" y="3017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우리가 이미 배운 것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97280" y="374904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프로토콜 구조, JSON-RPC 통신, Tool/Resource/Prompt 개념, 간단한 MCP 서버 만들기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418320" y="2743200"/>
            <a:ext cx="8229600" cy="228600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0" y="30175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0881360" y="3017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아직 경험하지 못한 것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784080" y="374904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서비스와 연결했을 때 가능한 작업, 어떤 개발 도구에서 사용할 수 있는지, 구체적인 작업 흐름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5486400"/>
            <a:ext cx="8229600" cy="228600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57607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2194560" y="5760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목표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97280" y="649224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10개의 검증된 MCP 서버 사용 사례를 통해 "MCP로 실제로 무엇을 만들 수 있을까?" 질문에 답하기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18320" y="5486400"/>
            <a:ext cx="8229600" cy="228600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9" name="Text 17"/>
          <p:cNvSpPr/>
          <p:nvPr/>
        </p:nvSpPr>
        <p:spPr>
          <a:xfrm>
            <a:off x="9784080" y="57607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0881360" y="5760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효과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784080" y="649224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자신만의 MCP 프로젝트 아이디어 도출 및 구현 시작, 실전 개발 경험 획득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연결되는 AI와 실세계: 10가지 MCP 서버 사용 사례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682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MCP를 사용할 수 있는 개발 도구들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682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4A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사용 중인 도구들이 MCP를 지원합니다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6824960" cy="100584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3832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920240" y="3337560"/>
            <a:ext cx="1536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920240" y="3749040"/>
            <a:ext cx="1536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코드 에디터, Settings → MCP → New Server로 원클릭 추가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389120"/>
            <a:ext cx="16824960" cy="100584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5720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920240" y="4526280"/>
            <a:ext cx="1536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Desktop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920240" y="4937760"/>
            <a:ext cx="1536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공식 앱, 로컬 MCP 서버 실행에 최적화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5577840"/>
            <a:ext cx="16824960" cy="100584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57607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🌊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920240" y="5715000"/>
            <a:ext cx="1536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Windsurf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20240" y="6126480"/>
            <a:ext cx="1536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대안, Cascade AI와 네이티브 통합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6766560"/>
            <a:ext cx="16824960" cy="100584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6949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920240" y="6903720"/>
            <a:ext cx="1536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920240" y="7315200"/>
            <a:ext cx="1536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Copilot과 MCP 연동, Agent Mode에서 사용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1520" y="7955280"/>
            <a:ext cx="16824960" cy="100584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8138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1920240" y="8092440"/>
            <a:ext cx="1536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920240" y="8503920"/>
            <a:ext cx="1536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기반, 터미널에서 코딩 어시스턴트로 동작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1520" y="8686800"/>
            <a:ext cx="1682496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8686800"/>
            <a:ext cx="1627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공통점: 모두 mcp.json 또는 claude_desktop_config.json 설정 파일로 5-10분 내 연결 가능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연결되는 AI와 실세계: 10가지 MCP 서버 사용 사례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682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MCP: 디자인 파일을 구조적으로 읽기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682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스크린샷이 아닌 Design Token, Component, Variable을 직접 이해하고 코드 생성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툴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Cursor, Windsurf, VS Code, Claude Code, Cline, Zed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get_code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Figma 프레임 → React/Vue 코드 변환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get_image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303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디자인 이미지 추출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669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get_variables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Design Token 가져오기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183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작업 흐름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41832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Figma Desktop에서 프레임 선택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1832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Cursor로 전환 후 프롬프트 입력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1832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AI가 get_code 도구 호출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1832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Design Token 인식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41832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생성된 코드가 디자인 시스템과 일치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7315200"/>
            <a:ext cx="1682496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758952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검증된 효과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05840" y="8046720"/>
            <a:ext cx="1627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351% ROI  |  50-70% 초기 개발 시간 단축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868680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아이디어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05840" y="914400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시스템 문서 자동 생성  |  Figma → React 컴포넌트 자동 변환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연결되는 AI와 실세계: 10가지 MCP 서버 사용 사례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682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MCP: 결제 API를 자연어로 다루기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682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문서 없이 대화로 결제 시스템 구축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툴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Cursor, Windsurf, Claude Desktop, VS Code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고객 관리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create_customer, get_customer, update_customer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결제 처리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303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create_payment_intent, list_charges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669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환불 관리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create_refund, list_refunds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183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작업 흐름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41832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Cursor 채팅에 입력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1832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AI가 순차적 도구 호출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1832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실제 Stripe 계정에서 거래 생성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7315200"/>
            <a:ext cx="1682496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758952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검증된 효과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05840" y="8046720"/>
            <a:ext cx="1627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700+ AI 에이전트 스타트업이 Stripe 위에서 런칭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868680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아이디어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05840" y="914400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구독 서비스 MVP  |  간단한 이커머스 결제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연결되는 AI와 실세계: 10가지 MCP 서버 사용 사례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682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Shopify MCP: 두 가지 서버로 개발과 운영 모두 지원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682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검색용 Dev MCP + 실제 스토어 관리용 Admin MCP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툴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Cursor, Claude Desktop, Gemini CLI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 MCP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API 문서 검색, GraphQL 스키마 조회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 MCP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303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실제 제품/주문/고객 데이터 관리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183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작업 흐름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41832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Cursor에서 문서 검색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1832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AI가 정확한 API 생성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41832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Claude Desktop에서 실제 운영 데이터 조회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7315200"/>
            <a:ext cx="1682496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758952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검증된 효과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8046720"/>
            <a:ext cx="1627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빠른 해결  |  60% 구매 후 질문 자동화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868680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아이디어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05840" y="914400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 부족 알림 봇  |  주간 매출 리포트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연결되는 AI와 실세계: 10가지 MCP 서버 사용 사례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682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MCP: 레포지토리를 자연어로 탐색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682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코드베이스에 대해 질문하고 즉시 답을 얻기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툴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거의 모든 MCP 클라이언트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Repository 관리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생성, Fork, Clone, Branch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Issue &amp; PR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303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생성, 조회, 코멘트, 라벨 관리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669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코드 검색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파일 내용, 커밋 히스토리, Blame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183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작업 흐름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41832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Cursor 채팅: "최근 10개 커밋 보여줘"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1832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AI가 list_commits 도구로 조회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1832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관련 커밋만 필터링하여 분석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7315200"/>
            <a:ext cx="1682496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758952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검증된 효과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05840" y="8046720"/>
            <a:ext cx="1627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초기 개발 시간 단축  |  컨텍스트 스위칭 대폭 감소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868680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아이디어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05840" y="914400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코드 리뷰 봇  |  Issue 우선순위 자동 라벨링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연결되는 AI와 실세계: 10가지 MCP 서버 사용 사례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682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MCP: SQL 없이 데이터베이스 관리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682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자연어로 테이블 생성, 쿼리 실행, TypeScript 타입까지 자동 생성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툴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Cursor, Windsurf, Cline, Claude Desktop, VS Code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Database CRUD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create_table, select_data, update_records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TypeScript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303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generate_types (DB 스키마 → .ts 파일)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669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브랜칭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create_branch (개발용 DB 분리)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183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작업 흐름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41832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Cursor에서 Next.js 앱 개발 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1832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"users 테이블에 avatar_url 추가"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1832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AI가 alter_table 실행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1832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TypeScript 타입 자동 갱신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7315200"/>
            <a:ext cx="1682496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758952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검증된 효과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05840" y="8046720"/>
            <a:ext cx="1627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832,000+ 다운로드 (첫 6개월)  |  설정 시간 수 시간 → 몇 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868680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아이디어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05840" y="914400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백엔드 프로토타입  |  실시간 채팅 앱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연결되는 AI와 실세계: 10가지 MCP 서버 사용 사례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682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Workspace MCP: Gmail, Calendar, Drive를 하나의 프롬프트로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682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Google 서비스를 넘나들며 작업하는 AI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툴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Desktop, Cursor, VS Code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Gmail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고급 검색, 초안 작성, 자동 회신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Calendar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303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가능한 시간 찾기, 이벤트 생성/수정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669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파일 내용 검색, 공유 및 권한 관리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183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작업 흐름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41832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"지난주 PM 이메일 중 로드맵 관련 요약"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1832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AI가 Gmail 검색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1832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AI가 Drive에서 관련 문서 검색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1832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"다음 주 PM과 미팅 잡아줘"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7315200"/>
            <a:ext cx="1682496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758952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검증된 효과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05840" y="8046720"/>
            <a:ext cx="1627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 처리 시간 단축  |  회의 일정 조율 시간 감소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868680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아이디어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05840" y="914400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 자동 분류 봇  |  회의 자동 스케줄러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연결되는 AI와 실세계: 10가지 MCP 서버 사용 사례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682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 MCP: 스크린샷 공유 대신 직접 접근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682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Notion 워크스페이스를 읽고, 분석하고, 업데이트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툴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Cursor, Claude Desktop, ChatGPT Pro, Windsurf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유니버설 검색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워크스페이스 전체 + 연결된 10+ 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페이지 관리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303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조회, 생성, 업데이트, 마크다운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669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데이터베이스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쿼리, 생성, 업데이트, 필터링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183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작업 흐름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41832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Cursor에서 프로젝트 개발 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1832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"Notion 할 일 데이터베이스 확인"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1832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AI가 페이지 읽기 → 우선순위 계산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1832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AI가 Notion에 다시 작성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7315200"/>
            <a:ext cx="1682496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758952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검증된 효과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05840" y="8046720"/>
            <a:ext cx="1627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20.56% 작업 완료 속도 향상  |  100% 성공률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868680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아이디어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05840" y="914400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회의록 자동 정리  |  프로젝트 진행 상황 주간 리포트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연결되는 AI와 실세계: 10가지 MCP 서버 사용 사례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682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 MCP: CRM 대시보드 없이 고객 데이터 분석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682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자연어로 고객, 거래, 마케팅 데이터 조회 및 업데이트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툴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Claude Desktop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CRM 데이터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연락처, 회사, 거래 조회/생성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마케팅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303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이메일 캠페인, 리드 스코어링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669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참여 추적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고객 활동 로그, 파이프라인 관리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183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작업 흐름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41832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"이번 달 신규 리드 중 $10,000 이상 SaaS"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1832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AI가 HubSpot API로 필터링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1832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결과를 표로 정리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1832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다음 액션 제안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7315200"/>
            <a:ext cx="1682496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758952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검증된 효과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05840" y="8046720"/>
            <a:ext cx="1627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 티어 제공  |  1,000+ 통합 지원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868680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아이디어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05840" y="914400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영업 리포트  |  리드 온도 기반 자동 분류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연결되는 AI와 실세계: 10가지 MCP 서버 사용 사례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682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MCP: 15개 전문 서버로 클라우드 관리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682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Console 대신 대화로 인프라 작업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툴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Cursor, VS Code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AWS Diagram MCP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현재 인프라 자동 다이어그램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 Explorer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303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실시간 비용 분석 및 절감 제안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669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Lambda Tool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Lambda 함수 실행, 로그 조회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183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작업 흐름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41832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"지난달 EC2 비용 상위 5개"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1832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AI가 Cost Explorer MCP로 조회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1832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사용 패턴 분석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1832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비용 절감 방법 제안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7315200"/>
            <a:ext cx="1682496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758952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검증된 효과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05840" y="8046720"/>
            <a:ext cx="1627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스위칭 제거  |  원클릭 설치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868680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아이디어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05840" y="914400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모니터링 대시보드  |  인프라 자동 문서화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연결되는 AI와 실세계: 10가지 MCP 서버 사용 사례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682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Remote MCP: 원격으로 실행되는 MCP의 미래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682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 설치 없이 URL만으로 MCP 사용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툴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MCP 클라이언트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원격 실행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URL만으로 접근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OAuth 내장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303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Auth0, Stytch, WorkOS 통합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669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수익화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Stripe 통합으로 유료 MCP SaaS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183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작업 흐름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41832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Cursor 설정에서 Remote MCP URL 입력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1832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OAuth 인증 팝업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1832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이후 모든 도구 사용 가능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1832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로컬 설치 없음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7315200"/>
            <a:ext cx="1682496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758952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검증된 효과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05840" y="8046720"/>
            <a:ext cx="1627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업계 최초 원격 MCP 플랫폼  |  전 세계 저지연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868680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아이디어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05840" y="9144000"/>
            <a:ext cx="1627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자체 MCP 서버를 Remote로 배포  |  유료 MCP SaaS 제품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연결되는 AI와 실세계: 10가지 MCP 서버 사용 사례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682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 MCP 프로젝트 선택하기: 난이도와 접근성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682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쉬운 것부터 시작해서 점진적으로 확장하세요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731520" cy="731520"/>
          </a:xfrm>
          <a:prstGeom prst="ellipse">
            <a:avLst/>
          </a:prstGeom>
          <a:solidFill>
            <a:srgbClr val="D4A12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1828800" y="3017520"/>
            <a:ext cx="15727680" cy="182880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3200400"/>
            <a:ext cx="1517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초급 프로젝트 (1-2주)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103120" y="3657600"/>
            <a:ext cx="1517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GitHub MCP로 레포지토리 분석 도구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03120" y="4023360"/>
            <a:ext cx="1517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Notion MCP로 간단한 작업 관리 봇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03120" y="4389120"/>
            <a:ext cx="1517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무료 티어, 즉시 결과 확인 가능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5212080"/>
            <a:ext cx="731520" cy="731520"/>
          </a:xfrm>
          <a:prstGeom prst="ellipse">
            <a:avLst/>
          </a:prstGeom>
          <a:solidFill>
            <a:srgbClr val="D4A12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212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828800" y="5212080"/>
            <a:ext cx="15727680" cy="182880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7" name="Text 15"/>
          <p:cNvSpPr/>
          <p:nvPr/>
        </p:nvSpPr>
        <p:spPr>
          <a:xfrm>
            <a:off x="2103120" y="5394960"/>
            <a:ext cx="1517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중급 프로젝트 (3-4주)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103120" y="5852160"/>
            <a:ext cx="1517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Supabase MCP로 데이터베이스 기반 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03120" y="6217920"/>
            <a:ext cx="1517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Workspace MCP로 이메일 자동화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103120" y="6583680"/>
            <a:ext cx="1517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실용적 결과물, 포트폴리오 가치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" y="7406640"/>
            <a:ext cx="731520" cy="731520"/>
          </a:xfrm>
          <a:prstGeom prst="ellipse">
            <a:avLst/>
          </a:prstGeom>
          <a:solidFill>
            <a:srgbClr val="D4A12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7406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23" name="Shape 21"/>
          <p:cNvSpPr/>
          <p:nvPr/>
        </p:nvSpPr>
        <p:spPr>
          <a:xfrm>
            <a:off x="1828800" y="7406640"/>
            <a:ext cx="15727680" cy="182880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24" name="Text 22"/>
          <p:cNvSpPr/>
          <p:nvPr/>
        </p:nvSpPr>
        <p:spPr>
          <a:xfrm>
            <a:off x="2103120" y="7589520"/>
            <a:ext cx="1517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 프로젝트 (5-8주)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103120" y="8046720"/>
            <a:ext cx="1517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Figma + Supabase 연동: 디자인-DB 통합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103120" y="8412480"/>
            <a:ext cx="1517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Stripe + Shopify: 커머스 자동화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103120" y="8778240"/>
            <a:ext cx="1517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실제 비즈니스 문제 해결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연결되는 AI와 실세계: 10가지 MCP 서버 사용 사례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682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문제 중심으로 생각하기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682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"어떤 MCP를 쓸까?" 대신 "어떤 문제를 풀까?" 먼저 고민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16824960" cy="137160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920240" y="3246120"/>
            <a:ext cx="1536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작업 자동화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920240" y="3703320"/>
            <a:ext cx="1536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Workspace (이메일), Notion (정리), GitHub (리뷰)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572000"/>
            <a:ext cx="16824960" cy="137160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846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920240" y="4800600"/>
            <a:ext cx="1536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분석 및 리포팅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920240" y="5257800"/>
            <a:ext cx="1536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(DB 쿼리), Shopify (매출), HubSpot (CRM)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6126480"/>
            <a:ext cx="16824960" cy="137160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6400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920240" y="6355080"/>
            <a:ext cx="1536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생산성 향상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20240" y="6812280"/>
            <a:ext cx="1536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(코드베이스 탐색), Figma (디자인-코드), AWS (인프라)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7680960"/>
            <a:ext cx="16824960" cy="137160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7955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920240" y="7909560"/>
            <a:ext cx="1536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프로세스 구축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920240" y="8366760"/>
            <a:ext cx="1536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(결제), Shopify (커머스), HubSpot (영업)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연결되는 AI와 실세계: 10가지 MCP 서버 사용 사례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682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바로 시작할 수 있습니다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682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이론보다 실제 사용, 작게 시작하세요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배운 것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10개의 검증된 MCP 서버와 구체적 사용 사례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각 서버가 지원하는 개발 도구들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실제 작업 흐름과 비즈니스 임팩트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문제 중심 프로젝트 선택 방법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5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단계 (이번 주 안에)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41832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반복 작업 1가지 선택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41832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해당 작업에 맞는 MCP 서버 1개 선택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1832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Cursor나 Claude Desktop 설치 (5분)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41832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MCP 서버 연결 설정 (5-10분)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1832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첫 프롬프트 실행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7772400"/>
            <a:ext cx="16824960" cy="137160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7772400"/>
            <a:ext cx="1591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완벽한 프로젝트를 기다리지 말고, 지금 당장 불편한 작업 1개를 자동화해보세요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31520" y="5943600"/>
            <a:ext cx="1682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유용한 리소스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1520" y="6400800"/>
            <a:ext cx="1682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공식 문서: modelcontextprotocol.io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6720840"/>
            <a:ext cx="1682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MCP 서버 탐색: pulsemcp.com (6,360+ 서버)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7040880"/>
            <a:ext cx="1682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커뮤니티: GitHub MCP Registry, Reddit r/mcp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7360920"/>
            <a:ext cx="1682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튜토리얼: FastMCP (Python), 공식 MCP SDK (TypeScript)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2025-11-02T06:38:00Z</dcterms:created>
  <dcterms:modified xsi:type="dcterms:W3CDTF">2025-11-02T06:38:00Z</dcterms:modified>
</cp:coreProperties>
</file>